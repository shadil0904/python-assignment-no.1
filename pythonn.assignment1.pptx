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315" r:id="rId2"/>
    <p:sldId id="316" r:id="rId3"/>
    <p:sldId id="314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7" r:id="rId55"/>
    <p:sldId id="306" r:id="rId56"/>
    <p:sldId id="308" r:id="rId57"/>
    <p:sldId id="309" r:id="rId58"/>
    <p:sldId id="310" r:id="rId59"/>
    <p:sldId id="311" r:id="rId60"/>
    <p:sldId id="312" r:id="rId61"/>
    <p:sldId id="313" r:id="rId62"/>
    <p:sldId id="317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80" d="100"/>
          <a:sy n="80" d="100"/>
        </p:scale>
        <p:origin x="-1476" y="-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D7D71-B666-4FFA-A200-F4AB8E6D9BF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331D5-3960-4603-8DC8-E8C1DDA9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9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331D5-3960-4603-8DC8-E8C1DDA945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4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4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3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6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2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3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4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97B63-4C27-4CB2-9532-6D4A6135A96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93CC5-0375-4C34-93D0-FB4A167E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2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4800"/>
            <a:ext cx="7747398" cy="1638384"/>
          </a:xfrm>
        </p:spPr>
      </p:pic>
      <p:sp>
        <p:nvSpPr>
          <p:cNvPr id="7" name="TextBox 6"/>
          <p:cNvSpPr txBox="1"/>
          <p:nvPr/>
        </p:nvSpPr>
        <p:spPr>
          <a:xfrm>
            <a:off x="1143000" y="2667000"/>
            <a:ext cx="509960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Submitted By : </a:t>
            </a:r>
            <a:r>
              <a:rPr lang="en-US" sz="3200" dirty="0" err="1" smtClean="0"/>
              <a:t>Shadil</a:t>
            </a:r>
            <a:r>
              <a:rPr lang="en-US" sz="3200" dirty="0" smtClean="0"/>
              <a:t>  Ahmad</a:t>
            </a:r>
          </a:p>
          <a:p>
            <a:r>
              <a:rPr lang="en-US" sz="3200" dirty="0" smtClean="0"/>
              <a:t>Reg. No. : 72510774</a:t>
            </a:r>
          </a:p>
          <a:p>
            <a:r>
              <a:rPr lang="en-US" sz="3200" dirty="0" err="1" smtClean="0"/>
              <a:t>Programe</a:t>
            </a:r>
            <a:r>
              <a:rPr lang="en-US" sz="3200" dirty="0"/>
              <a:t> </a:t>
            </a:r>
            <a:r>
              <a:rPr lang="en-US" sz="3200" dirty="0" smtClean="0"/>
              <a:t>: B-Tech(AI &amp; DS)</a:t>
            </a:r>
          </a:p>
          <a:p>
            <a:r>
              <a:rPr lang="en-US" sz="3200" dirty="0" smtClean="0"/>
              <a:t>Submitted To:  </a:t>
            </a:r>
            <a:r>
              <a:rPr lang="en-US" sz="3200" dirty="0" err="1" smtClean="0"/>
              <a:t>Abhishek</a:t>
            </a:r>
            <a:r>
              <a:rPr lang="en-US" sz="3200" dirty="0" smtClean="0"/>
              <a:t> Sir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8248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</a:t>
            </a:r>
            <a:r>
              <a:rPr lang="en-US" sz="8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PYTHON</a:t>
            </a:r>
          </a:p>
          <a:p>
            <a:pPr marL="0" indent="0">
              <a:buNone/>
            </a:pPr>
            <a:r>
              <a:rPr lang="en-US" sz="8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  </a:t>
            </a:r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ASSIGNMENT NO.1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0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325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1.Write a python program that prints” Hello world!”.</a:t>
            </a:r>
            <a:br>
              <a:rPr lang="en-US" sz="2400" dirty="0" smtClean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3200" dirty="0" smtClean="0"/>
              <a:t>.input</a:t>
            </a:r>
            <a:endParaRPr lang="en-US" sz="2400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68" y="1752600"/>
            <a:ext cx="5668502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019580"/>
            <a:ext cx="4623038" cy="1181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239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625" y="2286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2.Take </a:t>
            </a:r>
            <a:r>
              <a:rPr lang="en-US" sz="2400" dirty="0" smtClean="0">
                <a:solidFill>
                  <a:schemeClr val="accent1"/>
                </a:solidFill>
              </a:rPr>
              <a:t>user’s name as input and print “Hello, &lt; name&gt;!”</a:t>
            </a:r>
            <a:br>
              <a:rPr lang="en-US" sz="2400" dirty="0" smtClean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3200" dirty="0" smtClean="0">
                <a:solidFill>
                  <a:schemeClr val="accent1"/>
                </a:solidFill>
              </a:rPr>
              <a:t>.</a:t>
            </a:r>
            <a:r>
              <a:rPr lang="en-US" sz="3200" dirty="0" smtClean="0"/>
              <a:t>input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2819400"/>
          </a:xfrm>
        </p:spPr>
        <p:txBody>
          <a:bodyPr/>
          <a:lstStyle/>
          <a:p>
            <a:pPr algn="l"/>
            <a:r>
              <a:rPr lang="en-US" dirty="0" smtClean="0"/>
              <a:t>.</a:t>
            </a:r>
            <a:r>
              <a:rPr lang="en-US" dirty="0" smtClean="0">
                <a:solidFill>
                  <a:schemeClr val="tx1"/>
                </a:solidFill>
              </a:rPr>
              <a:t>Output</a:t>
            </a:r>
          </a:p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67" y="2057400"/>
            <a:ext cx="8000716" cy="1219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572000"/>
            <a:ext cx="6305874" cy="128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8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0"/>
            <a:ext cx="8915400" cy="2209800"/>
          </a:xfrm>
        </p:spPr>
        <p:txBody>
          <a:bodyPr>
            <a:normAutofit/>
          </a:bodyPr>
          <a:lstStyle/>
          <a:p>
            <a:pPr algn="l"/>
            <a:r>
              <a:rPr lang="en-US" sz="2400" smtClean="0">
                <a:solidFill>
                  <a:schemeClr val="accent1"/>
                </a:solidFill>
              </a:rPr>
              <a:t>.3 Ask the user for their age and print how old they will be in 5 years.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1600200"/>
            <a:ext cx="8915400" cy="5257800"/>
          </a:xfrm>
        </p:spPr>
        <p:txBody>
          <a:bodyPr/>
          <a:lstStyle/>
          <a:p>
            <a:pPr algn="l"/>
            <a:r>
              <a:rPr lang="en-US" smtClean="0"/>
              <a:t>.</a:t>
            </a:r>
            <a:r>
              <a:rPr lang="en-US" smtClean="0">
                <a:solidFill>
                  <a:schemeClr val="tx1"/>
                </a:solidFill>
              </a:rPr>
              <a:t>input</a:t>
            </a:r>
          </a:p>
          <a:p>
            <a:pPr algn="l"/>
            <a:endParaRPr lang="en-US" smtClean="0">
              <a:solidFill>
                <a:schemeClr val="tx1"/>
              </a:solidFill>
            </a:endParaRPr>
          </a:p>
          <a:p>
            <a:pPr algn="l"/>
            <a:endParaRPr lang="en-US" smtClean="0"/>
          </a:p>
          <a:p>
            <a:pPr algn="l"/>
            <a:endParaRPr lang="en-US" smtClean="0"/>
          </a:p>
          <a:p>
            <a:pPr algn="l"/>
            <a:r>
              <a:rPr lang="en-US" smtClean="0"/>
              <a:t>.</a:t>
            </a:r>
            <a:r>
              <a:rPr lang="en-US" smtClean="0">
                <a:solidFill>
                  <a:schemeClr val="tx1"/>
                </a:solidFill>
              </a:rPr>
              <a:t>output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03078"/>
            <a:ext cx="6858000" cy="16429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724400"/>
            <a:ext cx="7628421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0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662" y="2286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4.Take two numbers as input and print their sum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219200"/>
            <a:ext cx="8534400" cy="54102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.input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.output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1828799"/>
            <a:ext cx="5939727" cy="16002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267200"/>
            <a:ext cx="7164919" cy="171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3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>
                <a:solidFill>
                  <a:schemeClr val="accent1"/>
                </a:solidFill>
              </a:rPr>
              <a:t>5.</a:t>
            </a:r>
            <a:r>
              <a:rPr lang="en-US" sz="2400" dirty="0" smtClean="0">
                <a:solidFill>
                  <a:schemeClr val="accent1"/>
                </a:solidFill>
              </a:rPr>
              <a:t>Ask the user for a number and print whether its even or odd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447800"/>
            <a:ext cx="8610600" cy="5334000"/>
          </a:xfrm>
        </p:spPr>
        <p:txBody>
          <a:bodyPr/>
          <a:lstStyle/>
          <a:p>
            <a:pPr algn="l"/>
            <a:r>
              <a:rPr lang="en-US" dirty="0" smtClean="0"/>
              <a:t>.</a:t>
            </a:r>
            <a:r>
              <a:rPr lang="en-US" dirty="0" smtClean="0">
                <a:solidFill>
                  <a:schemeClr val="tx1"/>
                </a:solidFill>
              </a:rPr>
              <a:t>input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.output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89080"/>
            <a:ext cx="6789348" cy="1492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4419600"/>
            <a:ext cx="6485878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8600"/>
            <a:ext cx="8153400" cy="17526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6.Use the </a:t>
            </a:r>
            <a:r>
              <a:rPr lang="en-US" sz="2400" dirty="0" err="1" smtClean="0">
                <a:solidFill>
                  <a:schemeClr val="accent1"/>
                </a:solidFill>
              </a:rPr>
              <a:t>sep</a:t>
            </a:r>
            <a:r>
              <a:rPr lang="en-US" sz="2400" dirty="0" smtClean="0">
                <a:solidFill>
                  <a:schemeClr val="accent1"/>
                </a:solidFill>
              </a:rPr>
              <a:t> and end parameters in print() to print “Python is fun” on one line.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524000"/>
            <a:ext cx="8991600" cy="5029200"/>
          </a:xfrm>
        </p:spPr>
        <p:txBody>
          <a:bodyPr/>
          <a:lstStyle/>
          <a:p>
            <a:pPr algn="l"/>
            <a:r>
              <a:rPr lang="en-US" dirty="0" smtClean="0"/>
              <a:t>.</a:t>
            </a:r>
            <a:r>
              <a:rPr lang="en-US" dirty="0" smtClean="0">
                <a:solidFill>
                  <a:schemeClr val="tx1"/>
                </a:solidFill>
              </a:rPr>
              <a:t>input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.output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3600"/>
            <a:ext cx="6029346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6" y="4267200"/>
            <a:ext cx="747568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1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839200" cy="16764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7.Write a program that takes the name of favorite colors of a users and print : ” Alice likes Blue “.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200"/>
            <a:ext cx="8763000" cy="5029200"/>
          </a:xfrm>
        </p:spPr>
        <p:txBody>
          <a:bodyPr/>
          <a:lstStyle/>
          <a:p>
            <a:pPr algn="l"/>
            <a:r>
              <a:rPr lang="en-US" dirty="0" smtClean="0"/>
              <a:t>.</a:t>
            </a:r>
            <a:r>
              <a:rPr lang="en-US" dirty="0" smtClean="0">
                <a:solidFill>
                  <a:schemeClr val="tx1"/>
                </a:solidFill>
              </a:rPr>
              <a:t>input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.output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43114"/>
            <a:ext cx="5378158" cy="14144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4495800"/>
            <a:ext cx="653024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2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tx2"/>
                </a:solidFill>
              </a:rPr>
              <a:t>8.Use input the take the length and width of a rectangle and prints its area.</a:t>
            </a:r>
            <a:br>
              <a:rPr lang="en-US" sz="2400" dirty="0" smtClean="0">
                <a:solidFill>
                  <a:schemeClr val="tx2"/>
                </a:solidFill>
              </a:rPr>
            </a:b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71600"/>
            <a:ext cx="8610600" cy="5334000"/>
          </a:xfrm>
        </p:spPr>
        <p:txBody>
          <a:bodyPr/>
          <a:lstStyle/>
          <a:p>
            <a:pPr algn="l"/>
            <a:r>
              <a:rPr lang="en-US" dirty="0" smtClean="0"/>
              <a:t>.</a:t>
            </a:r>
            <a:r>
              <a:rPr lang="en-US" dirty="0" smtClean="0">
                <a:solidFill>
                  <a:schemeClr val="tx1"/>
                </a:solidFill>
              </a:rPr>
              <a:t>input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.output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5593361" cy="160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495800"/>
            <a:ext cx="727473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3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9.Accept a number using input and check whether it is greater than 100.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029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Output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33600"/>
            <a:ext cx="5572800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5" y="4648200"/>
            <a:ext cx="648458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5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10. Use input to get 3 numbers and print their average.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81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286000"/>
            <a:ext cx="5867400" cy="1681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5105400"/>
            <a:ext cx="5823249" cy="140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0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11.Accept an integer from the user and print its square.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610600" cy="5410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828800"/>
            <a:ext cx="5256323" cy="1505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4282289"/>
            <a:ext cx="7162800" cy="1329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260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72400" cy="9906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12.Accept a float number the user and round it to 2 decimal places.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8800"/>
            <a:ext cx="7148687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4191000"/>
            <a:ext cx="7561899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814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543800" cy="9906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13.Add two float numbers and print the result.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5791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00200"/>
            <a:ext cx="5572665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962400"/>
            <a:ext cx="6600481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858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14.Multiply a float and integer  and print the result.</a:t>
            </a:r>
            <a:br>
              <a:rPr lang="en-US" sz="2400" dirty="0" smtClean="0">
                <a:solidFill>
                  <a:schemeClr val="accent1"/>
                </a:solidFill>
              </a:rPr>
            </a:b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562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7467600" cy="1627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572000"/>
            <a:ext cx="6573468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0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15.Accept the complex number and print its real and imaginary.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5029200"/>
          </a:xfrm>
        </p:spPr>
        <p:txBody>
          <a:bodyPr/>
          <a:lstStyle/>
          <a:p>
            <a:r>
              <a:rPr lang="en-US" dirty="0" smtClean="0"/>
              <a:t>Input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016398"/>
            <a:ext cx="5115608" cy="1031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191000"/>
            <a:ext cx="6487884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500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3810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16.Convert a float to an integer and print both values.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524000"/>
            <a:ext cx="8686800" cy="46482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.input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.output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33600"/>
            <a:ext cx="5154626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95" y="4572000"/>
            <a:ext cx="6075218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8308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17.Convert an integer to float and print their both values.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2209800"/>
            <a:ext cx="5026949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8" y="4495800"/>
            <a:ext cx="6377897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903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18.Accept two numbers(one integer , one float), and their print the result of integer + float</a:t>
            </a:r>
            <a:br>
              <a:rPr lang="en-US" sz="2400" dirty="0" smtClean="0">
                <a:solidFill>
                  <a:schemeClr val="accent1"/>
                </a:solidFill>
              </a:rPr>
            </a:b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6297783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572000"/>
            <a:ext cx="6902726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5057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01000" cy="11430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19.Create a complex number using complex (a ,  b) and print it.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52596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9" y="1676400"/>
            <a:ext cx="5334000" cy="16217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14800"/>
            <a:ext cx="7432418" cy="1514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5117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0207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20.Add two complex numbers and print their result.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5858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90" y="1524001"/>
            <a:ext cx="6270810" cy="2143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495800"/>
            <a:ext cx="5351189" cy="15502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9882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21.Use arithmetic operators to calculate ( 10 + 5) *3 – 8 / 2.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09800"/>
            <a:ext cx="5642656" cy="114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191000"/>
            <a:ext cx="5664491" cy="1149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8494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22.Compare two integer using all comparison operators.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610600" cy="5562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736035"/>
            <a:ext cx="5048509" cy="2006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18" y="4572000"/>
            <a:ext cx="4114782" cy="1938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1909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23.Use logical operators to check if a number is between 10 and 20.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4648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1981200"/>
            <a:ext cx="6259461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343400"/>
            <a:ext cx="4692278" cy="83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7347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24.Use and, or, and, not in single expression.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229600" cy="5562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828800"/>
            <a:ext cx="6255116" cy="190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758193"/>
            <a:ext cx="7524717" cy="1308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4576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25.Use bitwise &amp;, |, and ^ on two integers and print the result.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47244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752600"/>
            <a:ext cx="5029200" cy="2370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70" y="4800599"/>
            <a:ext cx="4915230" cy="1706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9109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26.Use the assignment operators +=, -= , *=, /= and show results.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4953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1752601"/>
            <a:ext cx="3810000" cy="23940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4648200"/>
            <a:ext cx="5239019" cy="1492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3030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0207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27.Check if two variable point to the some object using is and in not.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5334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752600"/>
            <a:ext cx="5105400" cy="2225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724400"/>
            <a:ext cx="5004057" cy="1536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6380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8683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28.Check if a character exists in a string using in  and not in.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5410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75834"/>
            <a:ext cx="5791200" cy="2606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143" y="5257800"/>
            <a:ext cx="5004057" cy="1333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975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29.Use a combination of arithmetic and assignment operators to calculate the factorial of  a number.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991600" cy="5334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057400"/>
            <a:ext cx="5727994" cy="18352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105400"/>
            <a:ext cx="7052851" cy="83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8511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30.Take 3 integer and determine which one is the largest using comparison operators.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905000"/>
            <a:ext cx="5308313" cy="2527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953000"/>
            <a:ext cx="4572235" cy="1352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152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7467600" cy="9906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31.Create a truth table for A and B and A or B.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458200" cy="5638800"/>
          </a:xfrm>
        </p:spPr>
        <p:txBody>
          <a:bodyPr/>
          <a:lstStyle/>
          <a:p>
            <a:r>
              <a:rPr lang="en-US" dirty="0" smtClean="0"/>
              <a:t>Input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76400"/>
            <a:ext cx="5131064" cy="1352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95800"/>
            <a:ext cx="4356324" cy="1574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1953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32.Demonstrate short-circuit evaluation in logical operators.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458200" cy="5562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52600"/>
            <a:ext cx="4858000" cy="2254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9" y="4800600"/>
            <a:ext cx="5272687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9011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33.Use bitwise left and right shift operators.</a:t>
            </a:r>
            <a:br>
              <a:rPr lang="en-US" sz="2400" dirty="0" smtClean="0">
                <a:solidFill>
                  <a:schemeClr val="accent1"/>
                </a:solidFill>
              </a:rPr>
            </a:b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600200"/>
            <a:ext cx="4987513" cy="2209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4648200"/>
            <a:ext cx="4592782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7879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304800"/>
            <a:ext cx="7772400" cy="9144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34.Use ternary operator to find the minimum of two numbers.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229600" cy="452596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0"/>
            <a:ext cx="5943905" cy="15431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43400"/>
            <a:ext cx="6950554" cy="1752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5811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91400" cy="8683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35. Create a list of 5 integers and print the list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8800"/>
            <a:ext cx="6019800" cy="1200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7" y="4267199"/>
            <a:ext cx="6400800" cy="1204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6578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162800" cy="7921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36.Append an element to a list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534400" cy="48768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447800"/>
            <a:ext cx="5162343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38600"/>
            <a:ext cx="5390521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11642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239000" cy="10207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37.Insert an element at index 2 in a list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2596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1828800"/>
            <a:ext cx="4026245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267200"/>
            <a:ext cx="4874684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70979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620000" cy="9906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38.Remove an element from a list by value and by index.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229600" cy="5410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2600"/>
            <a:ext cx="7671194" cy="1682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571999"/>
            <a:ext cx="5257800" cy="11884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69016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534400" cy="9144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39.Short a list of numbers in ascending and descending order.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229600" cy="5334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24000"/>
            <a:ext cx="5181600" cy="1758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795" y="4495800"/>
            <a:ext cx="5664068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6045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8683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40.Find the sum and average of element in a list.</a:t>
            </a:r>
            <a:br>
              <a:rPr lang="en-US" sz="2400" dirty="0" smtClean="0">
                <a:solidFill>
                  <a:schemeClr val="accent1"/>
                </a:solidFill>
              </a:rPr>
            </a:b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715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24000"/>
            <a:ext cx="4851649" cy="1644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97" y="4724400"/>
            <a:ext cx="5905804" cy="1181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476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41.Use list slicing to get every second element. 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229600" cy="4953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828800"/>
            <a:ext cx="6095240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191000"/>
            <a:ext cx="5144427" cy="121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38199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42.Check if an element exists in a list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2578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752599"/>
            <a:ext cx="5181601" cy="1768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724400"/>
            <a:ext cx="5659235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6390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077200" cy="9144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43.Reverse a list using a slicing and using the reverse method.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99" y="1828800"/>
            <a:ext cx="4835694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98" y="4724399"/>
            <a:ext cx="6019801" cy="11884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5697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44.Create a nested list and access elements inside the inner.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52578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792328"/>
            <a:ext cx="6096313" cy="1632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648200"/>
            <a:ext cx="4907565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6905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543800" cy="7921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45.Create a tuple of 5 items and print it.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1054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52600"/>
            <a:ext cx="5668670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77" y="4038600"/>
            <a:ext cx="4451579" cy="11684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6564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914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46.Access the 3</a:t>
            </a:r>
            <a:r>
              <a:rPr lang="en-US" sz="2400" baseline="30000" dirty="0" smtClean="0">
                <a:solidFill>
                  <a:schemeClr val="accent1"/>
                </a:solidFill>
              </a:rPr>
              <a:t>rd</a:t>
            </a:r>
            <a:r>
              <a:rPr lang="en-US" sz="2400" dirty="0" smtClean="0">
                <a:solidFill>
                  <a:schemeClr val="accent1"/>
                </a:solidFill>
              </a:rPr>
              <a:t> item of a tuple.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229600" cy="54864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76400"/>
            <a:ext cx="6781045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14800"/>
            <a:ext cx="6545632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78247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086600" cy="9144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47.Convert a list to a tuple and vice versa.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1054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8800"/>
            <a:ext cx="5277121" cy="1409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91000"/>
            <a:ext cx="6096000" cy="1320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06484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207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48.Count the numbers of items in a tuple and observe the result.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52600"/>
            <a:ext cx="6699594" cy="14288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108484"/>
            <a:ext cx="5123376" cy="1454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49877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49.Try to change an item in a tuple and observe the result.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828800"/>
            <a:ext cx="4572235" cy="13970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48" y="4343400"/>
            <a:ext cx="5880652" cy="11619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92857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50.Create a set with duplicate values and print it.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229600" cy="4800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52600"/>
            <a:ext cx="5105662" cy="2032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495800"/>
            <a:ext cx="4457929" cy="1371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9251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921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51.Add an element to a set.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229600" cy="4953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1600200"/>
            <a:ext cx="4724843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886200"/>
            <a:ext cx="7156910" cy="1447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28624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0207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52.Perform union ,intersection, and difference between two sets.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5181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05000"/>
            <a:ext cx="5505733" cy="2432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353" y="5029200"/>
            <a:ext cx="5715294" cy="1562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449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8683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53.Check if a value exists in a set.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410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.input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44558"/>
            <a:ext cx="4654789" cy="1784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572000"/>
            <a:ext cx="4838949" cy="1365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909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54.Remove an item from a set using remove and discard and explain the difference.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5410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1828800"/>
            <a:ext cx="5791200" cy="21703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876800"/>
            <a:ext cx="5664491" cy="1574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57982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0207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55.Create a dictionary with 3 key – value pairs.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6388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057400"/>
            <a:ext cx="4972306" cy="1860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800600"/>
            <a:ext cx="6293173" cy="1200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4546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8683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56.Access and modify a value in a dictionary using its key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10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76" y="4724400"/>
            <a:ext cx="6293173" cy="1200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031" y="1447800"/>
            <a:ext cx="5080261" cy="2349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80893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921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57.Add new key – value to an pair to an existing dictionary.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229600" cy="51816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00200"/>
            <a:ext cx="5321573" cy="2063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90" y="4648200"/>
            <a:ext cx="8452284" cy="1282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934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58.Iterate over a dictionary and print keys and values.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7912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00200"/>
            <a:ext cx="5175516" cy="2114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79" y="4572000"/>
            <a:ext cx="5177317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218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944562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/>
                </a:solidFill>
              </a:rPr>
              <a:t>59.Use a dictionary to store and display students names and their works.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/>
          <a:lstStyle/>
          <a:p>
            <a:r>
              <a:rPr lang="en-US" dirty="0" smtClean="0"/>
              <a:t>Input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828800"/>
            <a:ext cx="4724400" cy="2743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105400"/>
            <a:ext cx="4381725" cy="1555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560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90600" y="1295400"/>
            <a:ext cx="7010400" cy="403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17831" y="2967335"/>
            <a:ext cx="630833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9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US" sz="96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559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868</Words>
  <Application>Microsoft Office PowerPoint</Application>
  <PresentationFormat>On-screen Show (4:3)</PresentationFormat>
  <Paragraphs>394</Paragraphs>
  <Slides>62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Office Theme</vt:lpstr>
      <vt:lpstr>PowerPoint Presentation</vt:lpstr>
      <vt:lpstr>PowerPoint Presentation</vt:lpstr>
      <vt:lpstr>1.Write a python program that prints” Hello world!”.  .input</vt:lpstr>
      <vt:lpstr>2.Take user’s name as input and print “Hello, &lt; name&gt;!”  .input</vt:lpstr>
      <vt:lpstr>.3 Ask the user for their age and print how old they will be in 5 years.</vt:lpstr>
      <vt:lpstr>4.Take two numbers as input and print their sum</vt:lpstr>
      <vt:lpstr>5.Ask the user for a number and print whether its even or odd</vt:lpstr>
      <vt:lpstr>6.Use the sep and end parameters in print() to print “Python is fun” on one line.</vt:lpstr>
      <vt:lpstr>7.Write a program that takes the name of favorite colors of a users and print : ” Alice likes Blue “.</vt:lpstr>
      <vt:lpstr>8.Use input the take the length and width of a rectangle and prints its area. </vt:lpstr>
      <vt:lpstr>9.Accept a number using input and check whether it is greater than 100.</vt:lpstr>
      <vt:lpstr>10. Use input to get 3 numbers and print their average.</vt:lpstr>
      <vt:lpstr>11.Accept an integer from the user and print its square.</vt:lpstr>
      <vt:lpstr>12.Accept a float number the user and round it to 2 decimal places.</vt:lpstr>
      <vt:lpstr>13.Add two float numbers and print the result.</vt:lpstr>
      <vt:lpstr>14.Multiply a float and integer  and print the result. </vt:lpstr>
      <vt:lpstr>15.Accept the complex number and print its real and imaginary.</vt:lpstr>
      <vt:lpstr>16.Convert a float to an integer and print both values.</vt:lpstr>
      <vt:lpstr>17.Convert an integer to float and print their both values.</vt:lpstr>
      <vt:lpstr>18.Accept two numbers(one integer , one float), and their print the result of integer + float </vt:lpstr>
      <vt:lpstr>19.Create a complex number using complex (a ,  b) and print it.</vt:lpstr>
      <vt:lpstr>20.Add two complex numbers and print their result.</vt:lpstr>
      <vt:lpstr>21.Use arithmetic operators to calculate ( 10 + 5) *3 – 8 / 2.</vt:lpstr>
      <vt:lpstr>22.Compare two integer using all comparison operators.</vt:lpstr>
      <vt:lpstr>23.Use logical operators to check if a number is between 10 and 20.</vt:lpstr>
      <vt:lpstr>24.Use and, or, and, not in single expression.</vt:lpstr>
      <vt:lpstr>25.Use bitwise &amp;, |, and ^ on two integers and print the result.</vt:lpstr>
      <vt:lpstr>26.Use the assignment operators +=, -= , *=, /= and show results.</vt:lpstr>
      <vt:lpstr>27.Check if two variable point to the some object using is and in not.</vt:lpstr>
      <vt:lpstr>28.Check if a character exists in a string using in  and not in.</vt:lpstr>
      <vt:lpstr>29.Use a combination of arithmetic and assignment operators to calculate the factorial of  a number.</vt:lpstr>
      <vt:lpstr>30.Take 3 integer and determine which one is the largest using comparison operators.</vt:lpstr>
      <vt:lpstr>31.Create a truth table for A and B and A or B.</vt:lpstr>
      <vt:lpstr>32.Demonstrate short-circuit evaluation in logical operators.</vt:lpstr>
      <vt:lpstr>33.Use bitwise left and right shift operators. </vt:lpstr>
      <vt:lpstr>34.Use ternary operator to find the minimum of two numbers.</vt:lpstr>
      <vt:lpstr>35. Create a list of 5 integers and print the list</vt:lpstr>
      <vt:lpstr>36.Append an element to a list</vt:lpstr>
      <vt:lpstr>37.Insert an element at index 2 in a list</vt:lpstr>
      <vt:lpstr>38.Remove an element from a list by value and by index.</vt:lpstr>
      <vt:lpstr>39.Short a list of numbers in ascending and descending order.</vt:lpstr>
      <vt:lpstr>40.Find the sum and average of element in a list. </vt:lpstr>
      <vt:lpstr>41.Use list slicing to get every second element. </vt:lpstr>
      <vt:lpstr>42.Check if an element exists in a list</vt:lpstr>
      <vt:lpstr>43.Reverse a list using a slicing and using the reverse method.</vt:lpstr>
      <vt:lpstr>44.Create a nested list and access elements inside the inner.</vt:lpstr>
      <vt:lpstr>45.Create a tuple of 5 items and print it.</vt:lpstr>
      <vt:lpstr>46.Access the 3rd item of a tuple.</vt:lpstr>
      <vt:lpstr>47.Convert a list to a tuple and vice versa.</vt:lpstr>
      <vt:lpstr>48.Count the numbers of items in a tuple and observe the result.</vt:lpstr>
      <vt:lpstr>49.Try to change an item in a tuple and observe the result.</vt:lpstr>
      <vt:lpstr>50.Create a set with duplicate values and print it.</vt:lpstr>
      <vt:lpstr>51.Add an element to a set.</vt:lpstr>
      <vt:lpstr>52.Perform union ,intersection, and difference between two sets.</vt:lpstr>
      <vt:lpstr>53.Check if a value exists in a set.</vt:lpstr>
      <vt:lpstr>54.Remove an item from a set using remove and discard and explain the difference.</vt:lpstr>
      <vt:lpstr>55.Create a dictionary with 3 key – value pairs.</vt:lpstr>
      <vt:lpstr>56.Access and modify a value in a dictionary using its key</vt:lpstr>
      <vt:lpstr>57.Add new key – value to an pair to an existing dictionary.</vt:lpstr>
      <vt:lpstr>58.Iterate over a dictionary and print keys and values.</vt:lpstr>
      <vt:lpstr>59.Use a dictionary to store and display students names and their works.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51</cp:revision>
  <dcterms:created xsi:type="dcterms:W3CDTF">2025-10-10T19:04:48Z</dcterms:created>
  <dcterms:modified xsi:type="dcterms:W3CDTF">2025-10-12T12:09:47Z</dcterms:modified>
</cp:coreProperties>
</file>